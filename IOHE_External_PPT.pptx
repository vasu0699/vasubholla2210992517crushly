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68" r:id="rId11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56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>
              <a:lnSpc>
                <a:spcPts val="8450"/>
              </a:lnSpc>
            </a:pPr>
            <a:r>
              <a:rPr lang="en-US" sz="4800" b="1" dirty="0"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    Modern Dating Web App</a:t>
            </a:r>
            <a:endParaRPr lang="en-US" sz="4800" dirty="0"/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Vasu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Bholla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2210991517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</a:t>
            </a:r>
            <a:r>
              <a:rPr lang="en-US" sz="2000" spc="-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Swati Goel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3200" b="1" dirty="0"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   Project Overview</a:t>
            </a:r>
            <a:endParaRPr lang="en-US" sz="3200" dirty="0"/>
          </a:p>
          <a:p>
            <a:pPr algn="ctr">
              <a:lnSpc>
                <a:spcPct val="100000"/>
              </a:lnSpc>
            </a:pPr>
            <a:endParaRPr lang="en-US" sz="30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39BBC9-08DE-B381-7ABC-56F11A043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083" y="1371421"/>
            <a:ext cx="7315834" cy="41151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B86D3-AF9B-6CF2-01C9-C076AC4A4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22F56402-0327-C965-751C-38A51006E758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ts val="4550"/>
              </a:lnSpc>
            </a:pPr>
            <a:r>
              <a:rPr lang="en-US" sz="3200" b="1" dirty="0"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Objectives</a:t>
            </a:r>
            <a:endParaRPr lang="en-US" sz="3200" dirty="0"/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84BDFFF1-B203-095C-ED8B-ABA895F90DBE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BCC04B85-1B6E-318C-AE92-D22827B9F5A9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6A3FC8-7B79-74E4-4416-5AB0F550F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083" y="1371421"/>
            <a:ext cx="7315834" cy="411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076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BAF51-3478-A97E-BDC7-E83C99A0E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7BB47C9D-9EF0-2E9B-B167-7227CEFBF3A2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ts val="6100"/>
              </a:lnSpc>
            </a:pPr>
            <a:r>
              <a:rPr lang="en-US" sz="3200" b="1" dirty="0"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62F1A9B9-FD36-B372-79A5-A93E7185D15B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FF66F7B7-53A5-07CB-0717-C0B26124B8A7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864388-0441-C64B-2732-34BC5CC08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083" y="1371421"/>
            <a:ext cx="7315834" cy="411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490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B0E76-1AA0-67FD-64BB-2F19F21F8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B1445EFC-B007-00E7-0980-1B7F7162DF21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ts val="5800"/>
              </a:lnSpc>
            </a:pPr>
            <a:r>
              <a:rPr lang="en-US" sz="3200" b="1" dirty="0"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0B477EEA-3428-FFCF-49DC-38B26F8716F1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C82CE204-CA5A-C1F5-0140-787EE0BA425E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874C73-3AAF-DD13-EC7F-1F1CFA24F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083" y="1371421"/>
            <a:ext cx="7315834" cy="411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88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8BE77-1216-E1B2-C8BC-DAB07B829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5862F042-3C0A-499D-D567-E01A7F946844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ts val="5150"/>
              </a:lnSpc>
            </a:pPr>
            <a:r>
              <a:rPr lang="en-US" sz="3200" b="1" dirty="0"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BF24F161-2255-19DD-BACD-9C46F7261CC1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66A7FA04-437D-C4E4-CC81-DC664EB6F0F6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2DC27F-AD58-59D1-6789-86285EA00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083" y="1371421"/>
            <a:ext cx="7315834" cy="411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139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34707</TotalTime>
  <Words>74</Words>
  <Application>Microsoft Office PowerPoint</Application>
  <PresentationFormat>On-screen Show (4:3)</PresentationFormat>
  <Paragraphs>27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Petrona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ansh tuteja</cp:lastModifiedBy>
  <cp:revision>2300</cp:revision>
  <dcterms:created xsi:type="dcterms:W3CDTF">2010-04-09T07:36:15Z</dcterms:created>
  <dcterms:modified xsi:type="dcterms:W3CDTF">2026-05-08T07:00:32Z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